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57594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466" y="82"/>
      </p:cViewPr>
      <p:guideLst>
        <p:guide orient="horz" pos="181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89169"/>
            <a:ext cx="7772400" cy="12345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63688"/>
            <a:ext cx="6400800" cy="14718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474C-8E7F-46E3-B8EE-7F8BFACDC108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8FBE-9F98-4472-8F3E-F0AF0E5315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607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474C-8E7F-46E3-B8EE-7F8BFACDC108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8FBE-9F98-4472-8F3E-F0AF0E5315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82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700986"/>
            <a:ext cx="7772400" cy="114389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41101"/>
            <a:ext cx="7772400" cy="12598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474C-8E7F-46E3-B8EE-7F8BFACDC108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8FBE-9F98-4472-8F3E-F0AF0E5315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590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43877"/>
            <a:ext cx="4038600" cy="380097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43877"/>
            <a:ext cx="4038600" cy="380097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474C-8E7F-46E3-B8EE-7F8BFACDC108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8FBE-9F98-4472-8F3E-F0AF0E5315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45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9211"/>
            <a:ext cx="4040188" cy="53728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6492"/>
            <a:ext cx="4040188" cy="33183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289211"/>
            <a:ext cx="4041775" cy="53728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1826492"/>
            <a:ext cx="4041775" cy="33183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474C-8E7F-46E3-B8EE-7F8BFACDC108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8FBE-9F98-4472-8F3E-F0AF0E5315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336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474C-8E7F-46E3-B8EE-7F8BFACDC108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8FBE-9F98-4472-8F3E-F0AF0E5315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06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474C-8E7F-46E3-B8EE-7F8BFACDC108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8FBE-9F98-4472-8F3E-F0AF0E5315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78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4" y="229311"/>
            <a:ext cx="3008313" cy="9759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9317"/>
            <a:ext cx="5111750" cy="491553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4" y="1205221"/>
            <a:ext cx="3008313" cy="3939625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474C-8E7F-46E3-B8EE-7F8BFACDC108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8FBE-9F98-4472-8F3E-F0AF0E5315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548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31615"/>
            <a:ext cx="5486400" cy="4759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4618"/>
            <a:ext cx="5486400" cy="345567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507570"/>
            <a:ext cx="5486400" cy="675935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474C-8E7F-46E3-B8EE-7F8BFACDC108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8FBE-9F98-4472-8F3E-F0AF0E5315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49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474C-8E7F-46E3-B8EE-7F8BFACDC108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8FBE-9F98-4472-8F3E-F0AF0E5315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70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30650"/>
            <a:ext cx="2057400" cy="4914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30650"/>
            <a:ext cx="6019800" cy="4914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474C-8E7F-46E3-B8EE-7F8BFACDC108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8FBE-9F98-4472-8F3E-F0AF0E5315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59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30646"/>
            <a:ext cx="8229600" cy="959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877"/>
            <a:ext cx="8229600" cy="38009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338163"/>
            <a:ext cx="21336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9474C-8E7F-46E3-B8EE-7F8BFACDC108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338163"/>
            <a:ext cx="28956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338163"/>
            <a:ext cx="21336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28FBE-9F98-4472-8F3E-F0AF0E5315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47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7129" y="211256"/>
            <a:ext cx="8856984" cy="54006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07504" y="213974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Testbench</a:t>
            </a:r>
            <a:r>
              <a:rPr lang="en-US" dirty="0"/>
              <a:t> software</a:t>
            </a:r>
            <a:endParaRPr lang="en-GB" dirty="0"/>
          </a:p>
        </p:txBody>
      </p:sp>
      <p:sp>
        <p:nvSpPr>
          <p:cNvPr id="8" name="Flowchart: Process 7"/>
          <p:cNvSpPr/>
          <p:nvPr/>
        </p:nvSpPr>
        <p:spPr>
          <a:xfrm>
            <a:off x="2411759" y="1265212"/>
            <a:ext cx="1656184" cy="864096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Reference </a:t>
            </a:r>
            <a:r>
              <a:rPr lang="en-US" dirty="0" err="1">
                <a:solidFill>
                  <a:schemeClr val="tx1"/>
                </a:solidFill>
              </a:rPr>
              <a:t>executables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Flowchart: Document 8"/>
          <p:cNvSpPr/>
          <p:nvPr/>
        </p:nvSpPr>
        <p:spPr>
          <a:xfrm>
            <a:off x="395536" y="2483682"/>
            <a:ext cx="1656184" cy="972108"/>
          </a:xfrm>
          <a:prstGeom prst="flowChartDocumen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case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Flowchart: Process 9"/>
          <p:cNvSpPr/>
          <p:nvPr/>
        </p:nvSpPr>
        <p:spPr>
          <a:xfrm>
            <a:off x="2411760" y="3744840"/>
            <a:ext cx="1656184" cy="864096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Comparison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executables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Flowchart: Document 10"/>
          <p:cNvSpPr/>
          <p:nvPr/>
        </p:nvSpPr>
        <p:spPr>
          <a:xfrm>
            <a:off x="5026431" y="1265215"/>
            <a:ext cx="1656184" cy="962267"/>
          </a:xfrm>
          <a:prstGeom prst="flowChartDocumen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Reference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Flowchart: Document 11"/>
          <p:cNvSpPr/>
          <p:nvPr/>
        </p:nvSpPr>
        <p:spPr>
          <a:xfrm>
            <a:off x="5026431" y="3744847"/>
            <a:ext cx="1656184" cy="1002917"/>
          </a:xfrm>
          <a:prstGeom prst="flowChartDocumen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Comparison data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7524" y="863501"/>
            <a:ext cx="1872208" cy="4104456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2267744" y="863501"/>
            <a:ext cx="6624736" cy="144016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2267744" y="2450245"/>
            <a:ext cx="6624736" cy="252028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287528" y="870424"/>
            <a:ext cx="1815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Step 1: test case</a:t>
            </a:r>
            <a:endParaRPr lang="en-GB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2252429" y="868599"/>
            <a:ext cx="1815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Step 2: reference run</a:t>
            </a:r>
            <a:endParaRPr lang="en-GB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2267744" y="2449480"/>
            <a:ext cx="2088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Step 3: comparison run</a:t>
            </a:r>
            <a:endParaRPr lang="en-GB" sz="1400" dirty="0"/>
          </a:p>
        </p:txBody>
      </p:sp>
      <p:cxnSp>
        <p:nvCxnSpPr>
          <p:cNvPr id="25" name="Elbow Connector 24"/>
          <p:cNvCxnSpPr>
            <a:stCxn id="9" idx="0"/>
            <a:endCxn id="8" idx="1"/>
          </p:cNvCxnSpPr>
          <p:nvPr/>
        </p:nvCxnSpPr>
        <p:spPr>
          <a:xfrm rot="5400000" flipH="1" flipV="1">
            <a:off x="1424490" y="1496413"/>
            <a:ext cx="786421" cy="1188131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8" idx="3"/>
          </p:cNvCxnSpPr>
          <p:nvPr/>
        </p:nvCxnSpPr>
        <p:spPr>
          <a:xfrm>
            <a:off x="4067943" y="1697260"/>
            <a:ext cx="10304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0" idx="3"/>
          </p:cNvCxnSpPr>
          <p:nvPr/>
        </p:nvCxnSpPr>
        <p:spPr>
          <a:xfrm>
            <a:off x="4067952" y="4176888"/>
            <a:ext cx="95848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>
            <a:stCxn id="9" idx="2"/>
            <a:endCxn id="10" idx="1"/>
          </p:cNvCxnSpPr>
          <p:nvPr/>
        </p:nvCxnSpPr>
        <p:spPr>
          <a:xfrm rot="16200000" flipH="1">
            <a:off x="1425014" y="3190140"/>
            <a:ext cx="785367" cy="118813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Flowchart: Document 55"/>
          <p:cNvSpPr/>
          <p:nvPr/>
        </p:nvSpPr>
        <p:spPr>
          <a:xfrm>
            <a:off x="7092280" y="2583336"/>
            <a:ext cx="1656184" cy="1002917"/>
          </a:xfrm>
          <a:prstGeom prst="flowChartDocumen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Comparison result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58" name="Elbow Connector 57"/>
          <p:cNvCxnSpPr>
            <a:stCxn id="11" idx="2"/>
            <a:endCxn id="56" idx="1"/>
          </p:cNvCxnSpPr>
          <p:nvPr/>
        </p:nvCxnSpPr>
        <p:spPr>
          <a:xfrm rot="16200000" flipH="1">
            <a:off x="6012945" y="2005452"/>
            <a:ext cx="920927" cy="123775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12" idx="0"/>
          </p:cNvCxnSpPr>
          <p:nvPr/>
        </p:nvCxnSpPr>
        <p:spPr>
          <a:xfrm rot="5400000" flipH="1" flipV="1">
            <a:off x="6143375" y="2795943"/>
            <a:ext cx="660052" cy="123775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854523" y="2838573"/>
            <a:ext cx="864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Comparison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328797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30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Stichting Deltares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Bart Cramer</dc:creator>
  <cp:lastModifiedBy>Jeroen Noort</cp:lastModifiedBy>
  <cp:revision>14</cp:revision>
  <dcterms:created xsi:type="dcterms:W3CDTF">2014-07-16T09:18:29Z</dcterms:created>
  <dcterms:modified xsi:type="dcterms:W3CDTF">2024-02-14T09:32:51Z</dcterms:modified>
</cp:coreProperties>
</file>